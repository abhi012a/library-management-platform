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4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9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7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8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2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0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6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6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04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518" y="444910"/>
            <a:ext cx="3711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DESIGN THINKING PROCESS</a:t>
            </a:r>
            <a:endParaRPr lang="en-IN" sz="2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102525" y="1166170"/>
            <a:ext cx="2857836" cy="869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83216" y="1437843"/>
            <a:ext cx="234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EMPATHIZE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5210355" y="1749378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5102525" y="2292079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02525" y="3446986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102525" y="4595103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02525" y="5743220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9259" y="2551674"/>
            <a:ext cx="100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DEFINE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6159259" y="3706581"/>
            <a:ext cx="113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IDEATE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901715" y="4854698"/>
            <a:ext cx="17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PROTOTYPE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262776" y="6047117"/>
            <a:ext cx="81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TEST</a:t>
            </a:r>
            <a:endParaRPr lang="en-IN" dirty="0"/>
          </a:p>
        </p:txBody>
      </p:sp>
      <p:sp>
        <p:nvSpPr>
          <p:cNvPr id="27" name="Down Arrow 26"/>
          <p:cNvSpPr/>
          <p:nvPr/>
        </p:nvSpPr>
        <p:spPr>
          <a:xfrm flipH="1">
            <a:off x="6394709" y="1996228"/>
            <a:ext cx="390205" cy="302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Down Arrow 27"/>
          <p:cNvSpPr/>
          <p:nvPr/>
        </p:nvSpPr>
        <p:spPr>
          <a:xfrm>
            <a:off x="6397563" y="4320672"/>
            <a:ext cx="387353" cy="281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own Arrow 28"/>
          <p:cNvSpPr/>
          <p:nvPr/>
        </p:nvSpPr>
        <p:spPr>
          <a:xfrm>
            <a:off x="6397562" y="3195437"/>
            <a:ext cx="387353" cy="258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 flipH="1">
            <a:off x="6397563" y="5498461"/>
            <a:ext cx="387353" cy="2528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20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2072640" y="985520"/>
            <a:ext cx="8910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– LIBRARY MANAGEMENT PLATFORM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25683" y="2165230"/>
            <a:ext cx="2260120" cy="6901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684808" y="2325620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USERS</a:t>
            </a:r>
            <a:endParaRPr lang="en-IN" dirty="0"/>
          </a:p>
        </p:txBody>
      </p:sp>
      <p:sp>
        <p:nvSpPr>
          <p:cNvPr id="5" name="Down Arrow 4"/>
          <p:cNvSpPr/>
          <p:nvPr/>
        </p:nvSpPr>
        <p:spPr>
          <a:xfrm>
            <a:off x="5945756" y="2855342"/>
            <a:ext cx="219974" cy="4226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3254315" y="3265421"/>
            <a:ext cx="5822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Students     |     Faculty     |     Librarian     |     Administrator</a:t>
            </a:r>
          </a:p>
          <a:p>
            <a:endParaRPr lang="en-IN" dirty="0"/>
          </a:p>
        </p:txBody>
      </p:sp>
      <p:sp>
        <p:nvSpPr>
          <p:cNvPr id="12" name="Rounded Rectangle 11"/>
          <p:cNvSpPr/>
          <p:nvPr/>
        </p:nvSpPr>
        <p:spPr>
          <a:xfrm>
            <a:off x="4129033" y="3734423"/>
            <a:ext cx="3853420" cy="10845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061049" y="60385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265762" y="4092029"/>
            <a:ext cx="401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LIBRARY MANAGEMENT APPLICATION</a:t>
            </a:r>
            <a:endParaRPr lang="en-IN" dirty="0"/>
          </a:p>
        </p:txBody>
      </p:sp>
      <p:sp>
        <p:nvSpPr>
          <p:cNvPr id="15" name="Down Arrow 14"/>
          <p:cNvSpPr/>
          <p:nvPr/>
        </p:nvSpPr>
        <p:spPr>
          <a:xfrm>
            <a:off x="5942737" y="4834775"/>
            <a:ext cx="222993" cy="4749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4851064" y="5275355"/>
            <a:ext cx="31313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Authentication &amp; RBAC</a:t>
            </a:r>
          </a:p>
          <a:p>
            <a:r>
              <a:rPr lang="en-IN" dirty="0"/>
              <a:t>Book </a:t>
            </a:r>
            <a:r>
              <a:rPr lang="en-IN" dirty="0" err="1"/>
              <a:t>Catalog</a:t>
            </a:r>
            <a:endParaRPr lang="en-IN" dirty="0"/>
          </a:p>
          <a:p>
            <a:r>
              <a:rPr lang="en-IN" dirty="0"/>
              <a:t>Circulation</a:t>
            </a:r>
          </a:p>
          <a:p>
            <a:r>
              <a:rPr lang="en-IN" dirty="0"/>
              <a:t>Fine Management</a:t>
            </a:r>
          </a:p>
          <a:p>
            <a:r>
              <a:rPr lang="en-IN" dirty="0"/>
              <a:t>Notifications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70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86996" y="1147312"/>
            <a:ext cx="4339087" cy="1026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786996" y="2717321"/>
            <a:ext cx="47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Users  | Books | Borrowing  | Returns  |  Fines 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14204" y="2173856"/>
            <a:ext cx="353682" cy="5434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5218981" y="1440458"/>
            <a:ext cx="384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DATABASE</a:t>
            </a:r>
            <a:endParaRPr lang="en-IN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3916392" y="3588589"/>
            <a:ext cx="4149306" cy="11214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002656" y="3901851"/>
            <a:ext cx="5814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ADMINISTRATION AND MONITORING</a:t>
            </a:r>
            <a:r>
              <a:rPr lang="en-IN" sz="2400" dirty="0" smtClean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2896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47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</dc:creator>
  <cp:lastModifiedBy>sakshi</cp:lastModifiedBy>
  <cp:revision>7</cp:revision>
  <dcterms:created xsi:type="dcterms:W3CDTF">2026-09-25T07:17:50Z</dcterms:created>
  <dcterms:modified xsi:type="dcterms:W3CDTF">2026-09-26T06:18:33Z</dcterms:modified>
</cp:coreProperties>
</file>