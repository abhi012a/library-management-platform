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2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26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48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9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54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97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08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01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328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18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55379-7EDE-4147-9240-CB1293E1453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C1EF5-DD0E-4CA7-BFF6-D5A4DCFAE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32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63373" y="603850"/>
            <a:ext cx="4175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PROJECT ROADMAP</a:t>
            </a:r>
            <a:endParaRPr lang="en-IN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836762" y="1701419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483742" y="1779381"/>
            <a:ext cx="25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PHASE 1</a:t>
            </a:r>
          </a:p>
          <a:p>
            <a:r>
              <a:rPr lang="en-IN" dirty="0" smtClean="0"/>
              <a:t>Domain analysis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4606502" y="1701419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                  </a:t>
            </a:r>
            <a:r>
              <a:rPr lang="en-IN" dirty="0" smtClean="0">
                <a:solidFill>
                  <a:schemeClr val="tx1"/>
                </a:solidFill>
              </a:rPr>
              <a:t>PHASE 2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          </a:t>
            </a:r>
            <a:r>
              <a:rPr lang="en-IN" dirty="0" err="1" smtClean="0">
                <a:solidFill>
                  <a:schemeClr val="tx1"/>
                </a:solidFill>
              </a:rPr>
              <a:t>Desgin</a:t>
            </a:r>
            <a:r>
              <a:rPr lang="en-IN" dirty="0" smtClean="0">
                <a:solidFill>
                  <a:schemeClr val="tx1"/>
                </a:solidFill>
              </a:rPr>
              <a:t> Thinking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76242" y="1701419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                  </a:t>
            </a:r>
            <a:r>
              <a:rPr lang="en-IN" dirty="0" smtClean="0">
                <a:solidFill>
                  <a:schemeClr val="tx1"/>
                </a:solidFill>
              </a:rPr>
              <a:t>PHASE 3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      Agile Sprint Planning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58988" y="3078025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tx1"/>
                </a:solidFill>
              </a:rPr>
              <a:t>                 PHASE 4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         Core Application                     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                                                                                            </a:t>
            </a:r>
            <a:r>
              <a:rPr lang="en-IN" dirty="0" err="1" smtClean="0">
                <a:solidFill>
                  <a:schemeClr val="tx1"/>
                </a:solidFill>
              </a:rPr>
              <a:t>Deveploment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06501" y="3078025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                 </a:t>
            </a:r>
            <a:r>
              <a:rPr lang="en-IN" dirty="0" smtClean="0">
                <a:solidFill>
                  <a:schemeClr val="tx1"/>
                </a:solidFill>
              </a:rPr>
              <a:t>PHASE 5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      </a:t>
            </a:r>
            <a:r>
              <a:rPr lang="en-IN" dirty="0" err="1" smtClean="0">
                <a:solidFill>
                  <a:schemeClr val="tx1"/>
                </a:solidFill>
              </a:rPr>
              <a:t>DevOps</a:t>
            </a:r>
            <a:r>
              <a:rPr lang="en-IN" dirty="0" smtClean="0">
                <a:solidFill>
                  <a:schemeClr val="tx1"/>
                </a:solidFill>
              </a:rPr>
              <a:t> automation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4014" y="3078025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                 </a:t>
            </a:r>
            <a:r>
              <a:rPr lang="en-IN" dirty="0" smtClean="0">
                <a:solidFill>
                  <a:schemeClr val="tx1"/>
                </a:solidFill>
              </a:rPr>
              <a:t>PHASE 6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 Infrastructure Automation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4014" y="4479502"/>
            <a:ext cx="2915729" cy="80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                  </a:t>
            </a:r>
            <a:r>
              <a:rPr lang="en-IN" dirty="0" smtClean="0">
                <a:solidFill>
                  <a:schemeClr val="tx1"/>
                </a:solidFill>
              </a:rPr>
              <a:t>PHASE 7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Product </a:t>
            </a:r>
            <a:r>
              <a:rPr lang="en-IN" dirty="0" err="1" smtClean="0">
                <a:solidFill>
                  <a:schemeClr val="tx1"/>
                </a:solidFill>
              </a:rPr>
              <a:t>Deveploment</a:t>
            </a:r>
            <a:r>
              <a:rPr lang="en-IN" dirty="0" smtClean="0">
                <a:solidFill>
                  <a:schemeClr val="tx1"/>
                </a:solidFill>
              </a:rPr>
              <a:t> &amp; Planning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747701" y="1970466"/>
            <a:ext cx="854010" cy="264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7522232" y="1986894"/>
            <a:ext cx="854010" cy="264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9723120" y="2503676"/>
            <a:ext cx="284480" cy="5743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2169638" y="3880282"/>
            <a:ext cx="284480" cy="5743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Left Arrow 23"/>
          <p:cNvSpPr/>
          <p:nvPr/>
        </p:nvSpPr>
        <p:spPr>
          <a:xfrm>
            <a:off x="7522230" y="3362960"/>
            <a:ext cx="836758" cy="3149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Left Arrow 24"/>
          <p:cNvSpPr/>
          <p:nvPr/>
        </p:nvSpPr>
        <p:spPr>
          <a:xfrm>
            <a:off x="3769743" y="3326752"/>
            <a:ext cx="836758" cy="3149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2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</dc:creator>
  <cp:lastModifiedBy>sakshi</cp:lastModifiedBy>
  <cp:revision>3</cp:revision>
  <dcterms:created xsi:type="dcterms:W3CDTF">2026-09-26T06:34:43Z</dcterms:created>
  <dcterms:modified xsi:type="dcterms:W3CDTF">2026-09-26T06:48:15Z</dcterms:modified>
</cp:coreProperties>
</file>